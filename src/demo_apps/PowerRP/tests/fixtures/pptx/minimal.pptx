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2"/>
    <p:sldId id="258" r:id="rId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9" Type="http://schemas.openxmlformats.org/officeDocument/2006/relationships/slide" Target="slides/slide1.xml"/>
<Relationship Id="rId2" Type="http://schemas.openxmlformats.org/officeDocument/2006/relationships/slide" Target="slides/slide2.xml"/>
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Master title</a:t>
            </a:r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600" cy="45259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Master body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b="1">
          <a:solidFill>
            <a:schemeClr val="tx1"/>
          </a:solidFill>
          <a:latin typeface="+mj-lt"/>
        </a:defRPr>
      </a:lvl1pPr>
    </p:titleStyle>
    <p:bodyStyle>
      <a:lvl1pPr algn="l">
        <a:defRPr sz="2400">
          <a:solidFill>
            <a:schemeClr val="tx1"/>
          </a:solidFill>
          <a:latin typeface="+mn-lt"/>
        </a:defRPr>
      </a:lvl1pPr>
    </p:bodyStyle>
    <p:otherStyle>
      <a:lvl1pPr algn="l"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L" Type="http://schemas.openxmlformats.org/officeDocument/2006/relationships/slideLayout" Target="../slideLayouts/slideLayout1.xml"/>
<Relationship Id="rId1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L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L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457200" y="457200"/>
            <a:ext cx="2743200" cy="1371600"/>
          </a:xfrm>
          <a:prstGeom prst="rect">
            <a:avLst/>
          </a:prstGeom>
          <a:solidFill>
            <a:srgbClr val="336699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5486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200" b="1">
                <a:solidFill>
                  <a:srgbClr val="CC0000"/>
                </a:solidFill>
                <a:latin typeface="Georgia"/>
              </a:rPr>
              <a:t>Bold Red Run</a:t>
            </a:r>
            <a:r>
              <a:rPr lang="en-US" sz="1800" i="1"/>
              <a:t> and a plain italic run</a:t>
            </a: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640080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 1"/>
          <p:cNvSpPr/>
          <p:nvPr/>
        </p:nvSpPr>
        <p:spPr>
          <a:xfrm>
            <a:off x="1000000" y="1000000"/>
            <a:ext cx="1500000" cy="1500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quare 1"/>
          <p:cNvSpPr/>
          <p:nvPr/>
        </p:nvSpPr>
        <p:spPr>
          <a:xfrm>
            <a:off x="4000000" y="1000000"/>
            <a:ext cx="1500000" cy="1500000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mph" presetSubtype="0" fill="hold" nodeType="afterEffect">
                                  <p:stCondLst>
                                    <p:cond delay="750">
                                      <p:tn val="10"/>
                                    </p:cond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3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st Slide Marker"/>
          <p:cNvSpPr/>
          <p:nvPr/>
        </p:nvSpPr>
        <p:spPr>
          <a:xfrm>
            <a:off x="457200" y="457200"/>
            <a:ext cx="27432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Theme">
  <a:themeElements>
    <a:clrScheme name="Fixture">
      <a:dk1>
        <a:sysClr val="windowText" lastClr="000000"/>
      </a:dk1>
      <a:lt1>
        <a:sysClr val="window" lastClr="FFFFFF"/>
      </a:lt1>
      <a:dk2>
        <a:srgbClr val="1F2A44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ixture">
      <a:majorFont>
        <a:latin typeface="Georgia"/>
        <a:ea typeface=""/>
        <a:cs typeface=""/>
      </a:majorFont>
      <a:minorFont>
        <a:latin typeface="Verdana"/>
        <a:ea typeface=""/>
        <a:cs typeface=""/>
      </a:minorFont>
    </a:fontScheme>
  </a:themeElements>
</a:theme>
</file>